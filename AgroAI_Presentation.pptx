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3482B3-E48A-40A1-8713-ADDD5ECE9431}" v="4" dt="2026-10-14T04:25:09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tinsh Kumar" userId="4264bee9a425250d" providerId="LiveId" clId="{117AA0F5-D75A-4BDD-ADB7-C9BAC611A48A}"/>
    <pc:docChg chg="undo custSel delSld modSld">
      <pc:chgData name="Ritinsh Kumar" userId="4264bee9a425250d" providerId="LiveId" clId="{117AA0F5-D75A-4BDD-ADB7-C9BAC611A48A}" dt="2026-10-14T04:25:26.279" v="345" actId="1076"/>
      <pc:docMkLst>
        <pc:docMk/>
      </pc:docMkLst>
      <pc:sldChg chg="addSp modSp mod">
        <pc:chgData name="Ritinsh Kumar" userId="4264bee9a425250d" providerId="LiveId" clId="{117AA0F5-D75A-4BDD-ADB7-C9BAC611A48A}" dt="2026-10-14T04:06:24.678" v="238" actId="1076"/>
        <pc:sldMkLst>
          <pc:docMk/>
          <pc:sldMk cId="0" sldId="256"/>
        </pc:sldMkLst>
        <pc:spChg chg="mod">
          <ac:chgData name="Ritinsh Kumar" userId="4264bee9a425250d" providerId="LiveId" clId="{117AA0F5-D75A-4BDD-ADB7-C9BAC611A48A}" dt="2026-10-14T03:49:17.755" v="172" actId="207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Ritinsh Kumar" userId="4264bee9a425250d" providerId="LiveId" clId="{117AA0F5-D75A-4BDD-ADB7-C9BAC611A48A}" dt="2026-10-14T04:06:24.678" v="238" actId="1076"/>
          <ac:picMkLst>
            <pc:docMk/>
            <pc:sldMk cId="0" sldId="256"/>
            <ac:picMk id="7" creationId="{80829A4A-DFA3-B881-76C1-52CAA6B35767}"/>
          </ac:picMkLst>
        </pc:picChg>
      </pc:sldChg>
      <pc:sldChg chg="addSp modSp mod">
        <pc:chgData name="Ritinsh Kumar" userId="4264bee9a425250d" providerId="LiveId" clId="{117AA0F5-D75A-4BDD-ADB7-C9BAC611A48A}" dt="2026-10-14T04:09:44.698" v="261" actId="1076"/>
        <pc:sldMkLst>
          <pc:docMk/>
          <pc:sldMk cId="0" sldId="258"/>
        </pc:sldMkLst>
        <pc:spChg chg="mod">
          <ac:chgData name="Ritinsh Kumar" userId="4264bee9a425250d" providerId="LiveId" clId="{117AA0F5-D75A-4BDD-ADB7-C9BAC611A48A}" dt="2026-10-14T03:50:42.715" v="174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3:50:47.048" v="17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3:50:54.954" v="176" actId="255"/>
          <ac:spMkLst>
            <pc:docMk/>
            <pc:sldMk cId="0" sldId="258"/>
            <ac:spMk id="13" creationId="{00000000-0000-0000-0000-000000000000}"/>
          </ac:spMkLst>
        </pc:spChg>
        <pc:picChg chg="add mod">
          <ac:chgData name="Ritinsh Kumar" userId="4264bee9a425250d" providerId="LiveId" clId="{117AA0F5-D75A-4BDD-ADB7-C9BAC611A48A}" dt="2026-10-14T04:08:52.764" v="254" actId="1076"/>
          <ac:picMkLst>
            <pc:docMk/>
            <pc:sldMk cId="0" sldId="258"/>
            <ac:picMk id="15" creationId="{A8A6B5AF-32BB-36B9-957F-102B5A31CB66}"/>
          </ac:picMkLst>
        </pc:picChg>
        <pc:picChg chg="add mod">
          <ac:chgData name="Ritinsh Kumar" userId="4264bee9a425250d" providerId="LiveId" clId="{117AA0F5-D75A-4BDD-ADB7-C9BAC611A48A}" dt="2026-10-14T04:09:44.698" v="261" actId="1076"/>
          <ac:picMkLst>
            <pc:docMk/>
            <pc:sldMk cId="0" sldId="258"/>
            <ac:picMk id="17" creationId="{57FD784D-704E-B955-20CC-082005FAC3D9}"/>
          </ac:picMkLst>
        </pc:picChg>
      </pc:sldChg>
      <pc:sldChg chg="addSp modSp mod">
        <pc:chgData name="Ritinsh Kumar" userId="4264bee9a425250d" providerId="LiveId" clId="{117AA0F5-D75A-4BDD-ADB7-C9BAC611A48A}" dt="2026-10-14T04:16:39.420" v="300" actId="1038"/>
        <pc:sldMkLst>
          <pc:docMk/>
          <pc:sldMk cId="0" sldId="259"/>
        </pc:sldMkLst>
        <pc:spChg chg="mod">
          <ac:chgData name="Ritinsh Kumar" userId="4264bee9a425250d" providerId="LiveId" clId="{117AA0F5-D75A-4BDD-ADB7-C9BAC611A48A}" dt="2026-10-14T04:16:39.420" v="300" actId="1038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4:13:46.093" v="271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4:14:01.081" v="272" actId="10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4:14:06.039" v="273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4:15:08.332" v="284" actId="11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4:15:59.127" v="292" actId="255"/>
          <ac:spMkLst>
            <pc:docMk/>
            <pc:sldMk cId="0" sldId="259"/>
            <ac:spMk id="21" creationId="{00000000-0000-0000-0000-000000000000}"/>
          </ac:spMkLst>
        </pc:spChg>
        <pc:picChg chg="add mod">
          <ac:chgData name="Ritinsh Kumar" userId="4264bee9a425250d" providerId="LiveId" clId="{117AA0F5-D75A-4BDD-ADB7-C9BAC611A48A}" dt="2026-10-14T04:13:26.564" v="267" actId="1076"/>
          <ac:picMkLst>
            <pc:docMk/>
            <pc:sldMk cId="0" sldId="259"/>
            <ac:picMk id="23" creationId="{3FE1CF9D-2C98-B74B-DB30-76E4FD5A008B}"/>
          </ac:picMkLst>
        </pc:picChg>
        <pc:picChg chg="add mod">
          <ac:chgData name="Ritinsh Kumar" userId="4264bee9a425250d" providerId="LiveId" clId="{117AA0F5-D75A-4BDD-ADB7-C9BAC611A48A}" dt="2026-10-14T04:14:50.320" v="280" actId="1076"/>
          <ac:picMkLst>
            <pc:docMk/>
            <pc:sldMk cId="0" sldId="259"/>
            <ac:picMk id="25" creationId="{B9034F34-ABD6-2112-973F-B7C9BB3E81F7}"/>
          </ac:picMkLst>
        </pc:picChg>
        <pc:picChg chg="add mod">
          <ac:chgData name="Ritinsh Kumar" userId="4264bee9a425250d" providerId="LiveId" clId="{117AA0F5-D75A-4BDD-ADB7-C9BAC611A48A}" dt="2026-10-14T04:15:46.937" v="291" actId="14100"/>
          <ac:picMkLst>
            <pc:docMk/>
            <pc:sldMk cId="0" sldId="259"/>
            <ac:picMk id="27" creationId="{D3468A6C-EF73-B96C-AA6B-C0D27CF05A80}"/>
          </ac:picMkLst>
        </pc:picChg>
        <pc:picChg chg="add mod">
          <ac:chgData name="Ritinsh Kumar" userId="4264bee9a425250d" providerId="LiveId" clId="{117AA0F5-D75A-4BDD-ADB7-C9BAC611A48A}" dt="2026-10-14T04:16:34.882" v="298" actId="14100"/>
          <ac:picMkLst>
            <pc:docMk/>
            <pc:sldMk cId="0" sldId="259"/>
            <ac:picMk id="29" creationId="{C90CDC25-396B-9717-4196-B2C541AB1229}"/>
          </ac:picMkLst>
        </pc:picChg>
      </pc:sldChg>
      <pc:sldChg chg="addSp delSp modSp mod">
        <pc:chgData name="Ritinsh Kumar" userId="4264bee9a425250d" providerId="LiveId" clId="{117AA0F5-D75A-4BDD-ADB7-C9BAC611A48A}" dt="2026-10-14T04:17:07.394" v="306" actId="20577"/>
        <pc:sldMkLst>
          <pc:docMk/>
          <pc:sldMk cId="0" sldId="261"/>
        </pc:sldMkLst>
        <pc:spChg chg="del mod">
          <ac:chgData name="Ritinsh Kumar" userId="4264bee9a425250d" providerId="LiveId" clId="{117AA0F5-D75A-4BDD-ADB7-C9BAC611A48A}" dt="2026-10-14T03:53:38.029" v="18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Ritinsh Kumar" userId="4264bee9a425250d" providerId="LiveId" clId="{117AA0F5-D75A-4BDD-ADB7-C9BAC611A48A}" dt="2026-10-14T03:52:45.446" v="177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Ritinsh Kumar" userId="4264bee9a425250d" providerId="LiveId" clId="{117AA0F5-D75A-4BDD-ADB7-C9BAC611A48A}" dt="2026-10-14T03:54:29.177" v="193" actId="478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Ritinsh Kumar" userId="4264bee9a425250d" providerId="LiveId" clId="{117AA0F5-D75A-4BDD-ADB7-C9BAC611A48A}" dt="2026-10-14T04:17:07.394" v="306" actId="20577"/>
          <ac:spMkLst>
            <pc:docMk/>
            <pc:sldMk cId="0" sldId="261"/>
            <ac:spMk id="10" creationId="{7F5719D6-E887-434E-6B58-2F866DE61766}"/>
          </ac:spMkLst>
        </pc:spChg>
      </pc:sldChg>
      <pc:sldChg chg="delSp modSp mod">
        <pc:chgData name="Ritinsh Kumar" userId="4264bee9a425250d" providerId="LiveId" clId="{117AA0F5-D75A-4BDD-ADB7-C9BAC611A48A}" dt="2026-10-14T03:59:32.292" v="223" actId="478"/>
        <pc:sldMkLst>
          <pc:docMk/>
          <pc:sldMk cId="0" sldId="263"/>
        </pc:sldMkLst>
        <pc:spChg chg="del">
          <ac:chgData name="Ritinsh Kumar" userId="4264bee9a425250d" providerId="LiveId" clId="{117AA0F5-D75A-4BDD-ADB7-C9BAC611A48A}" dt="2026-10-14T03:59:32.292" v="223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Ritinsh Kumar" userId="4264bee9a425250d" providerId="LiveId" clId="{117AA0F5-D75A-4BDD-ADB7-C9BAC611A48A}" dt="2026-10-14T03:59:29.216" v="222" actId="6549"/>
          <ac:spMkLst>
            <pc:docMk/>
            <pc:sldMk cId="0" sldId="263"/>
            <ac:spMk id="26" creationId="{00000000-0000-0000-0000-000000000000}"/>
          </ac:spMkLst>
        </pc:spChg>
      </pc:sldChg>
      <pc:sldChg chg="addSp modSp mod">
        <pc:chgData name="Ritinsh Kumar" userId="4264bee9a425250d" providerId="LiveId" clId="{117AA0F5-D75A-4BDD-ADB7-C9BAC611A48A}" dt="2026-10-14T04:18:09.465" v="317" actId="14100"/>
        <pc:sldMkLst>
          <pc:docMk/>
          <pc:sldMk cId="0" sldId="264"/>
        </pc:sldMkLst>
        <pc:picChg chg="add mod">
          <ac:chgData name="Ritinsh Kumar" userId="4264bee9a425250d" providerId="LiveId" clId="{117AA0F5-D75A-4BDD-ADB7-C9BAC611A48A}" dt="2026-10-14T04:04:14.020" v="234" actId="14100"/>
          <ac:picMkLst>
            <pc:docMk/>
            <pc:sldMk cId="0" sldId="264"/>
            <ac:picMk id="16" creationId="{FF1DBF47-B496-1B4E-1DA9-7D0423D5E484}"/>
          </ac:picMkLst>
        </pc:picChg>
        <pc:picChg chg="add mod">
          <ac:chgData name="Ritinsh Kumar" userId="4264bee9a425250d" providerId="LiveId" clId="{117AA0F5-D75A-4BDD-ADB7-C9BAC611A48A}" dt="2026-10-14T04:07:42.718" v="249" actId="14100"/>
          <ac:picMkLst>
            <pc:docMk/>
            <pc:sldMk cId="0" sldId="264"/>
            <ac:picMk id="18" creationId="{0981193D-40AC-66DB-93B4-0481672E64C6}"/>
          </ac:picMkLst>
        </pc:picChg>
        <pc:picChg chg="add mod">
          <ac:chgData name="Ritinsh Kumar" userId="4264bee9a425250d" providerId="LiveId" clId="{117AA0F5-D75A-4BDD-ADB7-C9BAC611A48A}" dt="2026-10-14T04:18:09.465" v="317" actId="14100"/>
          <ac:picMkLst>
            <pc:docMk/>
            <pc:sldMk cId="0" sldId="264"/>
            <ac:picMk id="20" creationId="{B8E64A33-6527-9CD4-5E59-EBBB24ECCAD7}"/>
          </ac:picMkLst>
        </pc:picChg>
      </pc:sldChg>
      <pc:sldChg chg="delSp modSp mod">
        <pc:chgData name="Ritinsh Kumar" userId="4264bee9a425250d" providerId="LiveId" clId="{117AA0F5-D75A-4BDD-ADB7-C9BAC611A48A}" dt="2026-10-14T03:59:21.051" v="221" actId="478"/>
        <pc:sldMkLst>
          <pc:docMk/>
          <pc:sldMk cId="0" sldId="265"/>
        </pc:sldMkLst>
        <pc:spChg chg="del mod">
          <ac:chgData name="Ritinsh Kumar" userId="4264bee9a425250d" providerId="LiveId" clId="{117AA0F5-D75A-4BDD-ADB7-C9BAC611A48A}" dt="2026-10-14T03:59:21.051" v="221" actId="478"/>
          <ac:spMkLst>
            <pc:docMk/>
            <pc:sldMk cId="0" sldId="265"/>
            <ac:spMk id="7" creationId="{00000000-0000-0000-0000-000000000000}"/>
          </ac:spMkLst>
        </pc:spChg>
      </pc:sldChg>
      <pc:sldChg chg="del">
        <pc:chgData name="Ritinsh Kumar" userId="4264bee9a425250d" providerId="LiveId" clId="{117AA0F5-D75A-4BDD-ADB7-C9BAC611A48A}" dt="2026-10-14T04:00:04.407" v="224" actId="47"/>
        <pc:sldMkLst>
          <pc:docMk/>
          <pc:sldMk cId="0" sldId="266"/>
        </pc:sldMkLst>
      </pc:sldChg>
      <pc:sldChg chg="addSp modSp mod">
        <pc:chgData name="Ritinsh Kumar" userId="4264bee9a425250d" providerId="LiveId" clId="{117AA0F5-D75A-4BDD-ADB7-C9BAC611A48A}" dt="2026-10-14T04:25:26.279" v="345" actId="1076"/>
        <pc:sldMkLst>
          <pc:docMk/>
          <pc:sldMk cId="0" sldId="267"/>
        </pc:sldMkLst>
        <pc:picChg chg="add mod">
          <ac:chgData name="Ritinsh Kumar" userId="4264bee9a425250d" providerId="LiveId" clId="{117AA0F5-D75A-4BDD-ADB7-C9BAC611A48A}" dt="2026-10-14T04:21:14.506" v="330" actId="1076"/>
          <ac:picMkLst>
            <pc:docMk/>
            <pc:sldMk cId="0" sldId="267"/>
            <ac:picMk id="26" creationId="{A9DF22EB-CD7E-53E1-ABCB-9B75C13A8F34}"/>
          </ac:picMkLst>
        </pc:picChg>
        <pc:picChg chg="add mod modCrop">
          <ac:chgData name="Ritinsh Kumar" userId="4264bee9a425250d" providerId="LiveId" clId="{117AA0F5-D75A-4BDD-ADB7-C9BAC611A48A}" dt="2026-10-14T04:21:05.063" v="328" actId="1076"/>
          <ac:picMkLst>
            <pc:docMk/>
            <pc:sldMk cId="0" sldId="267"/>
            <ac:picMk id="27" creationId="{4C066EE9-183E-DA8C-5634-315F88F30123}"/>
          </ac:picMkLst>
        </pc:picChg>
        <pc:picChg chg="add mod">
          <ac:chgData name="Ritinsh Kumar" userId="4264bee9a425250d" providerId="LiveId" clId="{117AA0F5-D75A-4BDD-ADB7-C9BAC611A48A}" dt="2026-10-14T04:22:57.930" v="337" actId="14100"/>
          <ac:picMkLst>
            <pc:docMk/>
            <pc:sldMk cId="0" sldId="267"/>
            <ac:picMk id="28" creationId="{25F645CE-2BC8-B193-2E1F-6604767D17FA}"/>
          </ac:picMkLst>
        </pc:picChg>
        <pc:picChg chg="mod">
          <ac:chgData name="Ritinsh Kumar" userId="4264bee9a425250d" providerId="LiveId" clId="{117AA0F5-D75A-4BDD-ADB7-C9BAC611A48A}" dt="2026-10-14T04:23:50.817" v="339" actId="1076"/>
          <ac:picMkLst>
            <pc:docMk/>
            <pc:sldMk cId="0" sldId="267"/>
            <ac:picMk id="29" creationId="{9583158E-D236-59AA-B606-EC2C0CA3FE00}"/>
          </ac:picMkLst>
        </pc:picChg>
        <pc:picChg chg="add mod">
          <ac:chgData name="Ritinsh Kumar" userId="4264bee9a425250d" providerId="LiveId" clId="{117AA0F5-D75A-4BDD-ADB7-C9BAC611A48A}" dt="2026-10-14T04:25:26.279" v="345" actId="1076"/>
          <ac:picMkLst>
            <pc:docMk/>
            <pc:sldMk cId="0" sldId="267"/>
            <ac:picMk id="30" creationId="{33735CE1-A758-93DF-B5CC-B1F7FBF62E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0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240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agriculture web application built with Flask, SQLite and Data Structures &amp; Algorithms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9994" y="3179298"/>
            <a:ext cx="7856806" cy="120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r>
              <a:rPr lang="en-US" sz="130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 Md. Saad Ansari ,Md. Farhan Ansari, </a:t>
            </a:r>
            <a:r>
              <a:rPr lang="en-US" sz="1300" dirty="0" err="1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Fraaz</a:t>
            </a:r>
            <a:r>
              <a:rPr lang="en-US" sz="130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Aditya raj, Ritinsh </a:t>
            </a:r>
            <a:r>
              <a:rPr lang="en-US" sz="1300" dirty="0" err="1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  <a:r>
              <a:rPr lang="en-US" sz="130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Guide: </a:t>
            </a:r>
            <a:r>
              <a:rPr lang="en-US" sz="130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[Aarshi Gupta]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Department</a:t>
            </a:r>
            <a:r>
              <a:rPr lang="en-US" sz="1300" dirty="0">
                <a:solidFill>
                  <a:srgbClr val="D5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[CSE CORE]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29A4A-DFA3-B881-76C1-52CAA6B35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0" y="327053"/>
            <a:ext cx="2133600" cy="654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Objective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is a Flask web application that combines AI assistance with a custom DSA module.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Groq API for AI responses, SQLite for local storage, and a browser-based interface.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apply core data structures and algorithms in a practical agriculture-oriented project.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goal: practise full-stack development and Git/GitHub workflow.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73152" cy="320040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916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students often lack quick, accessible guidance for agricultural questions and data-driven decisions. 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937760" y="1289304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73152" cy="320040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916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web app that offers AI-based assistance, stores application data locally, and uses efficient algorithms to organise and process information.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A6B5AF-32BB-36B9-957F-102B5A31C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614" y="2690642"/>
            <a:ext cx="1257466" cy="16317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FD784D-704E-B955-20CC-082005FAC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551" y="2834640"/>
            <a:ext cx="1380209" cy="1537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724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connected through environment configuration</a:t>
            </a: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lightweight local data storage</a:t>
            </a: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301752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175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Module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74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dsa_core package with separate algorithm files.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3017520"/>
            <a:ext cx="3749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175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474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and Jinja2 templates.</a:t>
            </a:r>
            <a:endParaRPr lang="en-US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E1CF9D-2C98-B74B-DB30-76E4FD5A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365" y="1307765"/>
            <a:ext cx="802742" cy="3105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034F34-ABD6-2112-973F-B7C9BB3E8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2161060"/>
            <a:ext cx="1234440" cy="5821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3468A6C-EF73-B96C-AA6B-C0D27CF05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4023360"/>
            <a:ext cx="1009650" cy="6400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90CDC25-396B-9717-4196-B2C541AB1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961" y="3715540"/>
            <a:ext cx="2022239" cy="8540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programming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framework and routing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/ CSS3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structure, styling, responsive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JavaScript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interactions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Jinja2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HTML templates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and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and 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Python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6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719D6-E887-434E-6B58-2F866DE61766}"/>
              </a:ext>
            </a:extLst>
          </p:cNvPr>
          <p:cNvSpPr txBox="1"/>
          <p:nvPr/>
        </p:nvSpPr>
        <p:spPr>
          <a:xfrm>
            <a:off x="185196" y="859536"/>
            <a:ext cx="6481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 err="1"/>
              <a:t>AgroAI</a:t>
            </a:r>
            <a:r>
              <a:rPr lang="en-IN" sz="1400" b="1" dirty="0"/>
              <a:t>/</a:t>
            </a:r>
          </a:p>
          <a:p>
            <a:r>
              <a:rPr lang="en-IN" sz="1400" b="1" dirty="0"/>
              <a:t>└── </a:t>
            </a:r>
            <a:r>
              <a:rPr lang="en-IN" sz="1400" b="1" dirty="0" err="1"/>
              <a:t>src</a:t>
            </a:r>
            <a:r>
              <a:rPr lang="en-IN" sz="1400" b="1" dirty="0"/>
              <a:t>/                    # Primary application source files</a:t>
            </a:r>
          </a:p>
          <a:p>
            <a:r>
              <a:rPr lang="en-IN" sz="1400" b="1" dirty="0"/>
              <a:t>    ├── app/</a:t>
            </a:r>
          </a:p>
          <a:p>
            <a:r>
              <a:rPr lang="en-IN" sz="1400" b="1" dirty="0"/>
              <a:t>    │   ├── database/       # SQLite database configuration &amp; scripts</a:t>
            </a:r>
          </a:p>
          <a:p>
            <a:r>
              <a:rPr lang="en-IN" sz="1400" b="1" dirty="0"/>
              <a:t>    │   ├── </a:t>
            </a:r>
            <a:r>
              <a:rPr lang="en-IN" sz="1400" b="1" dirty="0" err="1"/>
              <a:t>dsa_core</a:t>
            </a:r>
            <a:r>
              <a:rPr lang="en-IN" sz="1400" b="1" dirty="0"/>
              <a:t>/       # Core Data Structures &amp; Algorithms modules</a:t>
            </a:r>
          </a:p>
          <a:p>
            <a:r>
              <a:rPr lang="en-IN" sz="1400" b="1" dirty="0"/>
              <a:t>    │   │   ├── arrays_stacks.py</a:t>
            </a:r>
          </a:p>
          <a:p>
            <a:r>
              <a:rPr lang="en-IN" sz="1400" b="1" dirty="0"/>
              <a:t>    │   │   ├── graph_rotation.py</a:t>
            </a:r>
          </a:p>
          <a:p>
            <a:r>
              <a:rPr lang="en-IN" sz="1400" b="1" dirty="0"/>
              <a:t>    │   │   ├── hash_map.py</a:t>
            </a:r>
          </a:p>
          <a:p>
            <a:r>
              <a:rPr lang="en-IN" sz="1400" b="1" dirty="0"/>
              <a:t>    │   │   ├── linked_list.py</a:t>
            </a:r>
          </a:p>
          <a:p>
            <a:r>
              <a:rPr lang="en-IN" sz="1400" b="1" dirty="0"/>
              <a:t>    │   │   ├── npk_calculator.py</a:t>
            </a:r>
          </a:p>
          <a:p>
            <a:r>
              <a:rPr lang="en-IN" sz="1400" b="1" dirty="0"/>
              <a:t>    │   │   ├── priority_heap.py</a:t>
            </a:r>
          </a:p>
          <a:p>
            <a:r>
              <a:rPr lang="en-IN" sz="1400" b="1" dirty="0"/>
              <a:t>    │   │   └── sorting_searching.py</a:t>
            </a:r>
          </a:p>
          <a:p>
            <a:r>
              <a:rPr lang="en-IN" sz="1400" b="1" dirty="0"/>
              <a:t>    │   ├── static/         # High-contrast CSS &amp; Vanilla JS</a:t>
            </a:r>
          </a:p>
          <a:p>
            <a:r>
              <a:rPr lang="en-IN" sz="1400" b="1" dirty="0"/>
              <a:t>    │   │   ├── </a:t>
            </a:r>
            <a:r>
              <a:rPr lang="en-IN" sz="1400" b="1" dirty="0" err="1"/>
              <a:t>css</a:t>
            </a:r>
            <a:r>
              <a:rPr lang="en-IN" sz="1400" b="1" dirty="0"/>
              <a:t>/</a:t>
            </a:r>
          </a:p>
          <a:p>
            <a:r>
              <a:rPr lang="en-IN" sz="1400" b="1" dirty="0"/>
              <a:t>    │   │   └── </a:t>
            </a:r>
            <a:r>
              <a:rPr lang="en-IN" sz="1400" b="1" dirty="0" err="1"/>
              <a:t>js</a:t>
            </a:r>
            <a:r>
              <a:rPr lang="en-IN" sz="1400" b="1" dirty="0"/>
              <a:t>/</a:t>
            </a:r>
          </a:p>
          <a:p>
            <a:r>
              <a:rPr lang="en-IN" sz="1400" b="1" dirty="0"/>
              <a:t>    │   ├── templates/      # Jinja2 HTML templates</a:t>
            </a:r>
          </a:p>
          <a:p>
            <a:r>
              <a:rPr lang="en-IN" sz="1400" b="1" dirty="0"/>
              <a:t>    │ │   └── routes.py       # Flask backend routes</a:t>
            </a:r>
          </a:p>
          <a:p>
            <a:r>
              <a:rPr lang="en-IN" sz="1400" b="1" dirty="0"/>
              <a:t>    └── run.py              # Application entry point script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1188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Web Browser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14301D"/>
          </a:solidFill>
          <a:ln w="12700">
            <a:solidFill>
              <a:srgbClr val="1430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· Logic · Requests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3749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3749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Module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and data processing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3749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43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service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0" cy="457200"/>
          </a:xfrm>
          <a:prstGeom prst="line">
            <a:avLst/>
          </a:prstGeom>
          <a:noFill/>
          <a:ln w="25400">
            <a:solidFill>
              <a:srgbClr val="6B7A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3108960"/>
            <a:ext cx="0" cy="640080"/>
          </a:xfrm>
          <a:prstGeom prst="line">
            <a:avLst/>
          </a:prstGeom>
          <a:noFill/>
          <a:ln w="25400">
            <a:solidFill>
              <a:srgbClr val="6B7A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1737360" y="3108960"/>
            <a:ext cx="1920240" cy="640080"/>
          </a:xfrm>
          <a:prstGeom prst="line">
            <a:avLst/>
          </a:prstGeom>
          <a:noFill/>
          <a:ln w="25400">
            <a:solidFill>
              <a:srgbClr val="6B7A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3108960"/>
            <a:ext cx="1920240" cy="640080"/>
          </a:xfrm>
          <a:prstGeom prst="line">
            <a:avLst/>
          </a:prstGeom>
          <a:noFill/>
          <a:ln w="25400">
            <a:solidFill>
              <a:srgbClr val="6B7A6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and Execution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828800" cy="59436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1143000"/>
            <a:ext cx="6217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143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https://github.com/ansarisaad810-lgtm/AgroAI.git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1828800" cy="59436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70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Virtual env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77440" y="1847088"/>
            <a:ext cx="6217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14600" y="184708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  (then activate it)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551176"/>
            <a:ext cx="1828800" cy="59436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55117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77440" y="2551176"/>
            <a:ext cx="6217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255117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1828800" cy="59436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2552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377440" y="3255264"/>
            <a:ext cx="6217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14600" y="325526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.env with GROQ_API_KEY and FLASK_ENV=development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959352"/>
            <a:ext cx="1828800" cy="59436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593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377440" y="3959352"/>
            <a:ext cx="6217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14600" y="395935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src/run.py  →  http://127.0.0.1:5000/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and Output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solidFill>
            <a:srgbClr val="E4EBDD"/>
          </a:solidFill>
          <a:ln w="12700">
            <a:solidFill>
              <a:srgbClr val="1F4D2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2926080"/>
          </a:xfrm>
          <a:prstGeom prst="rect">
            <a:avLst/>
          </a:prstGeom>
          <a:solidFill>
            <a:srgbClr val="E4EBDD"/>
          </a:solidFill>
          <a:ln w="12700">
            <a:solidFill>
              <a:srgbClr val="1F4D2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560320" cy="2926080"/>
          </a:xfrm>
          <a:prstGeom prst="rect">
            <a:avLst/>
          </a:prstGeom>
          <a:solidFill>
            <a:srgbClr val="E4EBDD"/>
          </a:solidFill>
          <a:ln w="12700">
            <a:solidFill>
              <a:srgbClr val="1F4D2B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035040" y="128016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/ Database Output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1DBF47-B496-1B4E-1DA9-7D0423D5E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2636" y="1280160"/>
            <a:ext cx="2615482" cy="29260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81193D-40AC-66DB-93B4-0481672E6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795" y="1280160"/>
            <a:ext cx="2751950" cy="2926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E64A33-6527-9CD4-5E59-EBBB24ECC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75" y="1280160"/>
            <a:ext cx="2544264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Concepts Used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and stacks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arrays_stacks.py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operations, stack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linked_list.py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Linked-list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maps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hash_map.py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Key-value lookup and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heaps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priority_heap.py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Priority-based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and searching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sorting_searching.py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 data, finding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graph_rotation.py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Graph-related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ppk_calculator.py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B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agricultural Q&amp;A and regional-language support.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1887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forecasts and alerts.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887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45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crop disease identification.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20240" y="30175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30175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488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prices, costs and profit estimates.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17520"/>
            <a:ext cx="73152" cy="1645920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Friendly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interface for mobile and low connectivity.</a:t>
            </a:r>
            <a:endParaRPr lang="en-US" sz="1250" dirty="0"/>
          </a:p>
        </p:txBody>
      </p:sp>
      <p:pic>
        <p:nvPicPr>
          <p:cNvPr id="26" name="Picture 25" descr="Weather (Apple) | Logopedia | Fandom">
            <a:extLst>
              <a:ext uri="{FF2B5EF4-FFF2-40B4-BE49-F238E27FC236}">
                <a16:creationId xmlns:a16="http://schemas.microsoft.com/office/drawing/2014/main" id="{A9DF22EB-CD7E-53E1-ABCB-9B75C13A8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493" y="2054828"/>
            <a:ext cx="633507" cy="633507"/>
          </a:xfrm>
          <a:prstGeom prst="rect">
            <a:avLst/>
          </a:prstGeom>
        </p:spPr>
      </p:pic>
      <p:pic>
        <p:nvPicPr>
          <p:cNvPr id="27" name="Picture 26" descr="Chat bot icon (51718889) – Royalty-Free Vector | VectorStock">
            <a:extLst>
              <a:ext uri="{FF2B5EF4-FFF2-40B4-BE49-F238E27FC236}">
                <a16:creationId xmlns:a16="http://schemas.microsoft.com/office/drawing/2014/main" id="{4C066EE9-183E-DA8C-5634-315F88F301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316" b="7434"/>
          <a:stretch>
            <a:fillRect/>
          </a:stretch>
        </p:blipFill>
        <p:spPr>
          <a:xfrm>
            <a:off x="2249661" y="2034686"/>
            <a:ext cx="754381" cy="772522"/>
          </a:xfrm>
          <a:prstGeom prst="rect">
            <a:avLst/>
          </a:prstGeom>
        </p:spPr>
      </p:pic>
      <p:pic>
        <p:nvPicPr>
          <p:cNvPr id="28" name="Picture 27" descr="Plant disease - Apps on Google Play">
            <a:extLst>
              <a:ext uri="{FF2B5EF4-FFF2-40B4-BE49-F238E27FC236}">
                <a16:creationId xmlns:a16="http://schemas.microsoft.com/office/drawing/2014/main" id="{25F645CE-2BC8-B193-2E1F-6604767D1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2845" y="1987296"/>
            <a:ext cx="767715" cy="767715"/>
          </a:xfrm>
          <a:prstGeom prst="rect">
            <a:avLst/>
          </a:prstGeom>
        </p:spPr>
      </p:pic>
      <p:pic>
        <p:nvPicPr>
          <p:cNvPr id="29" name="Picture 28" descr="Marketing Logo Images – Browse 3,130,905 Stock Photos, Vectors, and Video |  Adobe Stock">
            <a:extLst>
              <a:ext uri="{FF2B5EF4-FFF2-40B4-BE49-F238E27FC236}">
                <a16:creationId xmlns:a16="http://schemas.microsoft.com/office/drawing/2014/main" id="{9583158E-D236-59AA-B606-EC2C0CA3F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3784600"/>
            <a:ext cx="1249680" cy="833120"/>
          </a:xfrm>
          <a:prstGeom prst="rect">
            <a:avLst/>
          </a:prstGeom>
        </p:spPr>
      </p:pic>
      <p:pic>
        <p:nvPicPr>
          <p:cNvPr id="30" name="Picture 29" descr="Eco-Friendly Phone Icon A sleek and minimalist icon showcases a smartphone  encircled by a green leaf, symbolizing eco-consciousness and sustainable  technology 74763906 Vector Art at Vecteezy">
            <a:extLst>
              <a:ext uri="{FF2B5EF4-FFF2-40B4-BE49-F238E27FC236}">
                <a16:creationId xmlns:a16="http://schemas.microsoft.com/office/drawing/2014/main" id="{33735CE1-A758-93DF-B5CC-B1F7FBF62E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15" y="3863340"/>
            <a:ext cx="946465" cy="708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License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AgroAI  |  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github.com/ansarisaad810-lgtm/AgroAI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docs.python.org/3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Flask: flask.palletsprojects.com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sqlite.org/docs.html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API: console.groq.com/docs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Docs: developer.mozilla.org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MIT (preserve copyright and license notice)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769</Words>
  <Application>Microsoft Office PowerPoint</Application>
  <PresentationFormat>On-screen Show (16:9)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AgroAI</dc:title>
  <dc:subject>PptxGenJS Presentation</dc:subject>
  <dc:creator>PptxGenJS</dc:creator>
  <cp:lastModifiedBy>Ritinsh Kumar</cp:lastModifiedBy>
  <cp:revision>1</cp:revision>
  <dcterms:created xsi:type="dcterms:W3CDTF">2026-10-13T15:07:15Z</dcterms:created>
  <dcterms:modified xsi:type="dcterms:W3CDTF">2026-10-14T04:25:28Z</dcterms:modified>
</cp:coreProperties>
</file>